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05fa0d70504836" /><Relationship Type="http://schemas.openxmlformats.org/officeDocument/2006/relationships/extended-properties" Target="/docProps/app.xml" Id="R57361343ac8d472a" /><Relationship Type="http://schemas.openxmlformats.org/officeDocument/2006/relationships/officeDocument" Target="/ppt/presentation.xml" Id="Re814523460944b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b51ad7a30451d"/>
  </p:sldMasterIdLst>
  <p:notesMasterIdLst>
    <p:notesMasterId xmlns:r="http://schemas.openxmlformats.org/officeDocument/2006/relationships" r:id="Rcbe9a374a40f4615"/>
  </p:notesMasterIdLst>
  <p:sldIdLst>
    <p:sldId xmlns:r="http://schemas.openxmlformats.org/officeDocument/2006/relationships" id="256" r:id="R47d00c983eba482c"/>
    <p:sldId xmlns:r="http://schemas.openxmlformats.org/officeDocument/2006/relationships" id="257" r:id="R06c7eafee7da4f74"/>
    <p:sldId xmlns:r="http://schemas.openxmlformats.org/officeDocument/2006/relationships" id="258" r:id="R5adbb1d249324f89"/>
    <p:sldId xmlns:r="http://schemas.openxmlformats.org/officeDocument/2006/relationships" id="259" r:id="R5b758e8766fa49f9"/>
    <p:sldId xmlns:r="http://schemas.openxmlformats.org/officeDocument/2006/relationships" id="260" r:id="R84425d6d844e439d"/>
    <p:sldId xmlns:r="http://schemas.openxmlformats.org/officeDocument/2006/relationships" id="261" r:id="R5c5954bdda0946c0"/>
    <p:sldId xmlns:r="http://schemas.openxmlformats.org/officeDocument/2006/relationships" id="262" r:id="Rfb0e3df60e784e5e"/>
    <p:sldId xmlns:r="http://schemas.openxmlformats.org/officeDocument/2006/relationships" id="263" r:id="Rc31804e20aae48a5"/>
    <p:sldId xmlns:r="http://schemas.openxmlformats.org/officeDocument/2006/relationships" id="264" r:id="R4fb44d423e2947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e0198ce79b4eea" /><Relationship Type="http://schemas.openxmlformats.org/officeDocument/2006/relationships/slideMaster" Target="/ppt/slideMasters/slideMaster1.xml" Id="Re84b51ad7a30451d" /><Relationship Type="http://schemas.openxmlformats.org/officeDocument/2006/relationships/notesMaster" Target="/ppt/notesMasters/notesMaster1.xml" Id="Rcbe9a374a40f4615" /><Relationship Type="http://schemas.openxmlformats.org/officeDocument/2006/relationships/presProps" Target="/ppt/presProps.xml" Id="Rf53492c61431479d" /><Relationship Type="http://schemas.openxmlformats.org/officeDocument/2006/relationships/tableStyles" Target="/ppt/tableStyles.xml" Id="R952a52bc75c44c57" /><Relationship Type="http://schemas.openxmlformats.org/officeDocument/2006/relationships/slide" Target="/ppt/slides/slide1.xml" Id="R47d00c983eba482c" /><Relationship Type="http://schemas.openxmlformats.org/officeDocument/2006/relationships/slide" Target="/ppt/slides/slide2.xml" Id="R06c7eafee7da4f74" /><Relationship Type="http://schemas.openxmlformats.org/officeDocument/2006/relationships/slide" Target="/ppt/slides/slide3.xml" Id="R5adbb1d249324f89" /><Relationship Type="http://schemas.openxmlformats.org/officeDocument/2006/relationships/slide" Target="/ppt/slides/slide4.xml" Id="R5b758e8766fa49f9" /><Relationship Type="http://schemas.openxmlformats.org/officeDocument/2006/relationships/slide" Target="/ppt/slides/slide5.xml" Id="R84425d6d844e439d" /><Relationship Type="http://schemas.openxmlformats.org/officeDocument/2006/relationships/slide" Target="/ppt/slides/slide6.xml" Id="R5c5954bdda0946c0" /><Relationship Type="http://schemas.openxmlformats.org/officeDocument/2006/relationships/slide" Target="/ppt/slides/slide7.xml" Id="Rfb0e3df60e784e5e" /><Relationship Type="http://schemas.openxmlformats.org/officeDocument/2006/relationships/slide" Target="/ppt/slides/slide8.xml" Id="Rc31804e20aae48a5" /><Relationship Type="http://schemas.openxmlformats.org/officeDocument/2006/relationships/slide" Target="/ppt/slides/slide9.xml" Id="R4fb44d423e2947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b41cbe21e84f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e76ee5c1774543" /><Relationship Type="http://schemas.openxmlformats.org/officeDocument/2006/relationships/notesMaster" Target="/ppt/notesMasters/notesMaster1.xml" Id="R1b65a1e669554c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e3347011474537" /><Relationship Type="http://schemas.openxmlformats.org/officeDocument/2006/relationships/notesMaster" Target="/ppt/notesMasters/notesMaster1.xml" Id="Rd4c02657213f44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40759121da44a8" /><Relationship Type="http://schemas.openxmlformats.org/officeDocument/2006/relationships/notesMaster" Target="/ppt/notesMasters/notesMaster1.xml" Id="R45352bfb99fc47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5cf9d534df433f" /><Relationship Type="http://schemas.openxmlformats.org/officeDocument/2006/relationships/notesMaster" Target="/ppt/notesMasters/notesMaster1.xml" Id="Rd2905de5304a46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7e7ba171664734" /><Relationship Type="http://schemas.openxmlformats.org/officeDocument/2006/relationships/notesMaster" Target="/ppt/notesMasters/notesMaster1.xml" Id="R7fd1a8c146c945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ba66a4e4464ac3" /><Relationship Type="http://schemas.openxmlformats.org/officeDocument/2006/relationships/notesMaster" Target="/ppt/notesMasters/notesMaster1.xml" Id="R603f40b0bc4541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1a9f49f2654fe2" /><Relationship Type="http://schemas.openxmlformats.org/officeDocument/2006/relationships/notesMaster" Target="/ppt/notesMasters/notesMaster1.xml" Id="Rdad0823b79a240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38e4e9b9934330" /><Relationship Type="http://schemas.openxmlformats.org/officeDocument/2006/relationships/notesMaster" Target="/ppt/notesMasters/notesMaster1.xml" Id="R0e8ec49826c44e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73d8a9e39247db" /><Relationship Type="http://schemas.openxmlformats.org/officeDocument/2006/relationships/notesMaster" Target="/ppt/notesMasters/notesMaster1.xml" Id="R0f91725839ee4b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protocols/03-CONTRACT-SYNTHESIS.md §§1, 7-8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AGENTS.md · Destino de reconstrucción</a:t>
            </a:r>
          </a:p>
          <a:p xmlns:a="http://schemas.openxmlformats.org/drawingml/2006/main">
            <a:r>
              <a:t>protocols/03-CONTRACT-SYNTHESIS.md §9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 · Flujo normal</a:t>
            </a:r>
          </a:p>
          <a:p xmlns:a="http://schemas.openxmlformats.org/drawingml/2006/main">
            <a:r>
              <a:t>protocols/03-CONTRACT-SYNTHESIS.md</a:t>
            </a:r>
          </a:p>
          <a:p xmlns:a="http://schemas.openxmlformats.org/drawingml/2006/main">
            <a:r>
              <a:t>protocols/05-SELF-DOCUMENTATION-AND-TRACEABILITY.md</a:t>
            </a:r>
          </a:p>
          <a:p xmlns:a="http://schemas.openxmlformats.org/drawingml/2006/main">
            <a:r>
              <a:t>protocols/06-QA-AND-VALIDATION.md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AGENTS.md · Autoridad documental y reglas globales</a:t>
            </a:r>
          </a:p>
          <a:p xmlns:a="http://schemas.openxmlformats.org/drawingml/2006/main">
            <a:r>
              <a:t>protocols/05-SELF-DOCUMENTATION-AND-TRACEABILITY.md §§2-6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registry/environment.md · Figma reconstrucción de variables</a:t>
            </a:r>
          </a:p>
          <a:p xmlns:a="http://schemas.openxmlformats.org/drawingml/2006/main">
            <a:r>
              <a:t>protocols/04-FIGMA-CONSTRUCTION.md</a:t>
            </a:r>
          </a:p>
          <a:p xmlns:a="http://schemas.openxmlformats.org/drawingml/2006/main">
            <a:r>
              <a:t>protocols/SLOTS-REVIEW-AND-IMPLEMENTATION.md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specs/MIGRATION-TRACEABILITY-STATUS.md · Estado vigente tras Table</a:t>
            </a:r>
          </a:p>
          <a:p xmlns:a="http://schemas.openxmlformats.org/drawingml/2006/main">
            <a:r>
              <a:t>registry/contracts.md · TABLE-001 y HEADER-001</a:t>
            </a:r>
          </a:p>
          <a:p xmlns:a="http://schemas.openxmlformats.org/drawingml/2006/main">
            <a:r>
              <a:t>registry/SLOTS-REVIEW-STATUS.md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AGENTS.md · Reglas globales y trazabilidad de tokens</a:t>
            </a:r>
          </a:p>
          <a:p xmlns:a="http://schemas.openxmlformats.org/drawingml/2006/main">
            <a:r>
              <a:t>specs/MIGRATION-AUDIT.md</a:t>
            </a:r>
          </a:p>
          <a:p xmlns:a="http://schemas.openxmlformats.org/drawingml/2006/main">
            <a:r>
              <a:t>protocols/06-QA-AND-VALIDATION.md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specs/MIGRATION-AUDIT.md</a:t>
            </a:r>
          </a:p>
          <a:p xmlns:a="http://schemas.openxmlformats.org/drawingml/2006/main">
            <a:r>
              <a:t>specs/MIGRATION-TRACEABILITY-STATUS.md</a:t>
            </a:r>
          </a:p>
          <a:p xmlns:a="http://schemas.openxmlformats.org/drawingml/2006/main">
            <a:r>
              <a:t>AGENTS.md · Estados y cierre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328c5548347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2239d13e3446ef" /><Relationship Type="http://schemas.openxmlformats.org/officeDocument/2006/relationships/slideLayout" Target="/ppt/slideLayouts/slideLayout1.xml" Id="Rcb9cbb10062543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cbb10062543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f5df3a59c4548" /><Relationship Type="http://schemas.openxmlformats.org/officeDocument/2006/relationships/notesSlide" Target="/ppt/notesSlides/notesSlide1.xml" Id="R39b445e5df204e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362ea295c4d67" /><Relationship Type="http://schemas.openxmlformats.org/officeDocument/2006/relationships/notesSlide" Target="/ppt/notesSlides/notesSlide2.xml" Id="Rce34d52bfb0a41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a53a6141746d0" /><Relationship Type="http://schemas.openxmlformats.org/officeDocument/2006/relationships/notesSlide" Target="/ppt/notesSlides/notesSlide3.xml" Id="R3e5446bba47540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c739d20394636" /><Relationship Type="http://schemas.openxmlformats.org/officeDocument/2006/relationships/notesSlide" Target="/ppt/notesSlides/notesSlide4.xml" Id="Re1945eca3e4b43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be14858454f78" /><Relationship Type="http://schemas.openxmlformats.org/officeDocument/2006/relationships/notesSlide" Target="/ppt/notesSlides/notesSlide5.xml" Id="Rb2eb5e8b13c94d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2ee566f3a4e29" /><Relationship Type="http://schemas.openxmlformats.org/officeDocument/2006/relationships/notesSlide" Target="/ppt/notesSlides/notesSlide6.xml" Id="R3ff5cc1c239e4c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0ca61a5334f13" /><Relationship Type="http://schemas.openxmlformats.org/officeDocument/2006/relationships/notesSlide" Target="/ppt/notesSlides/notesSlide7.xml" Id="Rdc8d85c166aa4f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ce1479210434a" /><Relationship Type="http://schemas.openxmlformats.org/officeDocument/2006/relationships/notesSlide" Target="/ppt/notesSlides/notesSlide8.xml" Id="R3f667c8c9a5a40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74c69825a454a" /><Relationship Type="http://schemas.openxmlformats.org/officeDocument/2006/relationships/notesSlide" Target="/ppt/notesSlides/notesSlide9.xml" Id="Rac51b3f48d9d4a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C24DF-58D9-4801-A403-3A17E38E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72FC8-0FEE-4FB9-B252-03053694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VISIÓN EJECUTIVA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E4EA4-29FA-4CB2-A01F-B7B86A58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Reconstrucción trazable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6E988-C98F-4C5C-A4CE-8E575D64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0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E0E8"/>
                </a:solidFill>
                <a:latin typeface="Arial"/>
                <a:ea typeface="Arial"/>
                <a:cs typeface="Arial"/>
              </a:rPr>
              <a:t>De una librería heredada a una base gobernable para Figma y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75120-680F-445F-A767-5FE8EB59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825B3-112B-48E8-9B46-3E1F5E99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0C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0CF"/>
                </a:solidFill>
                <a:latin typeface="Arial"/>
                <a:ea typeface="Arial"/>
                <a:cs typeface="Arial"/>
              </a:rPr>
              <a:t>Specs Driven Design · Octubre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4B6D1-0CAF-4C8D-9D66-FA1CD9D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AI-Design-System</a:t>
            </a:r>
          </a:p>
        </p:txBody>
      </p:sp>
    </p:spTree>
    <p:extLst>
      <p:ext uri="{BB962C8B-B14F-4D97-AF65-F5344CB8AC3E}">
        <p14:creationId xmlns:p14="http://schemas.microsoft.com/office/powerpoint/2010/main" val="329355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00F48-7E64-4893-819A-72CF04B7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PUNTO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549C8-3380-47F9-BD48-A69B2F64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reto que resuelve 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335D9-8726-4B17-9821-C519A309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9CD92-FF17-4EC2-AFBF-270942A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FC59F-A966-4FCF-AA4E-7E363E88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47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La librería anterior contiene valor visual, pero no basta como especificación verificable.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9B70B-B8E7-4E7C-8DBD-C08CDAB7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Copiar componentes sin contratos conservaría ambigüedades, rompería la trazabilidad de tokens y trasladaría inconsistencias a Figma y al futuro frontend.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3F9AA-8CC7-4E0B-B704-18465955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3AD7E-752D-4C27-83FA-E67AB70A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Fuente heredada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8BA07-F844-428D-BBB6-30737C05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Apariencia, estructura y casos observados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91D0E-38CB-4A74-A68B-CC723198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241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34282-EF20-4570-A32F-8EB6C080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7222F-AE2C-4F8C-949E-A2AA5C4C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Falta de norma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4B70B-C1BC-4503-9CF8-80ADDA88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No toda observación expresa intención aprobada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10E1A-661F-4F8B-8631-F9DCA9FA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81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E6CFE-10B1-4A79-97B1-38259E5F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8EB88-37E6-43B7-A4E6-256DABC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91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Riesgo de réplica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B16DA-1F94-4A16-A582-0733D188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Una copia literal no garantiza gobierno ni reutilización</a:t>
            </a:r>
          </a:p>
        </p:txBody>
      </p:sp>
    </p:spTree>
    <p:extLst>
      <p:ext uri="{BB962C8B-B14F-4D97-AF65-F5344CB8AC3E}">
        <p14:creationId xmlns:p14="http://schemas.microsoft.com/office/powerpoint/2010/main" val="464221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3D749-95BC-4948-9AE5-1BF77114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DESTINO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DC6D8-7A13-4B0C-B003-532C784E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Objetivo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CBE29-05F6-4B3C-8372-144788D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8D996-FF77-47DF-B61B-98589E1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8A0CB-2E82-4D45-A71C-90BE486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Convertir evidencia heredada en una biblioteca confiable, mantenible y lista para evolucionar.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9399B-2115-4009-81CB-B6CAB905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EVIDENCIA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62A31-687B-46A5-AC7A-24ED4A52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Librería anterior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y documentos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2EAD9-D7ED-405B-BA23-AA89BC51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B472E-1DF1-4AC8-95F8-0A8B17AD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8DD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8DDE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B3353-CF7A-4ADC-B95B-D4F94C77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CONTRATOS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14E58-6E31-4C3F-A6F0-18626FAB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Reglas y decisiones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versionadas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0D600-1378-4649-9DDE-C563FCB0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2AB68-3D93-4963-AC03-B601C802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8DD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8DDE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F0A26-8B14-47CD-AFD3-D67306C2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FIGMA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D9098-E8F1-4A86-AF51-86CB086E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AI-Design-System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 tokens y Slots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A76B2-1546-4927-99F3-5E90FCDE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8A8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E07C2-D2CF-40B9-B6C6-6616A427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8DD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8DDE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B4FBD-C417-49E9-B00D-582E563E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0E1A6-D2BD-4E9A-B9B2-84F76321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+ TypeScript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 una fase posterior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35C745-3113-41D6-8F64-EFC18837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E0C15-DCD4-4904-936D-85720032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El resultado esperado no es solo un archivo de Figma. Es una cadena de decisiones comprobables que puede sostener diseño, QA y desarrollo.</a:t>
            </a:r>
          </a:p>
        </p:txBody>
      </p:sp>
    </p:spTree>
    <p:extLst>
      <p:ext uri="{BB962C8B-B14F-4D97-AF65-F5344CB8AC3E}">
        <p14:creationId xmlns:p14="http://schemas.microsoft.com/office/powerpoint/2010/main" val="1089586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D8D703-5C51-45E4-9EF4-C7B1D082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CÓMO SE EJECUTA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0B256-F180-4508-836D-35DB8218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Método Specs Driven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B8E64-888F-4ECA-8EB0-BF314426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EE690-A4FA-4E98-81E0-163C56AA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CD4B6-066D-49B6-99F9-4F136EB7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Cada familia atraviesa el mismo circuito antes de considerarse terminada.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F2965-E229-4C86-831A-C1C9B589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C65EC-7647-43B7-9516-F87B862E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FD1D1-8501-40D3-9852-0DDD54A1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52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Ingesta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42E9D-E14E-4812-B8E8-6BD6DB3A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718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Conservar fuente e identidad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C140D-0D2E-4260-9BD5-602CF55F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B0469-B133-48DA-939F-C702669F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51D1E-9FCB-4B30-AD92-F56AD38A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0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44D78-EF89-4C29-A88D-8BAA73C0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Contrato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7BEAA-8B09-4BF8-96E4-CC25E587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Definir reglas verificables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81241-D538-4B47-8ECA-565E04A0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E72B9-9730-4932-B4A0-FEBFC10F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1232C-026C-43C4-8A90-7E9BC907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0EDF6-68F7-40B8-AF8F-87156508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QA documental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90967-F7AC-432B-9B83-29D051B7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Comprobar cobertura y conflictos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BFB8C-0B15-4B34-8BD1-B5018C9B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529B8E-9E3A-4B2F-9472-41B4F4E0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8C743-CB50-42E5-A95F-A282C19E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7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Construcción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2099A-9592-4B4C-AB69-CFF0CBBF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Materializar en Figma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1F4370-CC61-484A-8076-43006C64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38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DAA2A-7810-4219-B5CB-9E73A8BB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91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73DEE-AFA9-4853-AD1E-5462A6DD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24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9C7081-4846-4447-99DB-AC32B22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7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C8EF1-EAD3-4725-81C0-00874943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910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Leer el resultado real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DDCA03-C365-4B74-A92B-A0EBE9EF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E3E326-C691-4CA4-BA32-566E288B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1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8CEAD9-1F9A-4EC2-8F09-866707F4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CE88A0-86DB-49A5-AD09-BC2D2C72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QA técnico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FBD399-9835-4D1D-A0D6-C2A39FAE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Validar contra la versión exacta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992215-85C7-4495-A3B5-D147E108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La trazabilidad acompaña todas las etapas. La aprobación humana y el QA técnico se registran como dimensiones distintas.</a:t>
            </a:r>
          </a:p>
        </p:txBody>
      </p:sp>
    </p:spTree>
    <p:extLst>
      <p:ext uri="{BB962C8B-B14F-4D97-AF65-F5344CB8AC3E}">
        <p14:creationId xmlns:p14="http://schemas.microsoft.com/office/powerpoint/2010/main" val="1630901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52658-2D3D-4E27-824A-2E310160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ARQUITECTURA DOCUMENTAL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B6D68-23DB-4FCE-B3C6-3992D2B5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Gobierno de la fuente de verdad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D6CB1-339F-4729-B172-3270B6E0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8F6E6-F8B9-459E-AFD6-F0F0BB49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0E42B-B6F2-4314-935D-646A7403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Cada artefacto tiene una responsabilidad clara. Ninguno sustituye a los demás.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3C63B-519A-4C84-A746-2DC4A64D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B1279-8530-49A9-92D2-24B4FEEC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Contrato 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1D8C7-DF60-46BE-9234-E239AC15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Gobierna reglas, estados, composición y criterios de aceptación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EC62F-1154-43BD-AB46-01B606AF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A13B6-DD7A-42E7-A1F9-ED3E25C2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9FE23-6208-4A84-9739-07D57741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JSON canónico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0FC11-B493-4DAB-80C2-AF47E129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Gobierna nombres, valores, modos, aliases y descripción de 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93678-FE4C-43B3-AC56-950BD3FF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6FF04-5DA2-4FD3-BAB0-4C26F45A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7CDAC-2B66-4D8D-A54C-FE4B4B3D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Figma destino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638C7-3822-4B4C-8FF0-8D70C33A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Materializa componentes y bindings con IDs reales del archivo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69B04-F860-4685-A8A1-5A1C59E8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F5AA9-A0DD-4C2A-950E-36876F97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55EFA-811E-4DD8-BF77-82D29A48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Registros y QA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BB02A-B68F-4574-8450-B3216858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Conservan fuentes, decisiones, versiones, evidencias y excepciones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3A18A-7B98-4C9F-923F-5182E36F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9D4C7-F03F-4C00-B32A-1B81D45E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Principio de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4C7BE-C6E1-4FB1-9D9F-6C2B52A8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14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Una coincidencia visual no demuestra equivalencia semántica. El proyecto conserva aliases, bindings y procedencia.</a:t>
            </a:r>
          </a:p>
        </p:txBody>
      </p:sp>
    </p:spTree>
    <p:extLst>
      <p:ext uri="{BB962C8B-B14F-4D97-AF65-F5344CB8AC3E}">
        <p14:creationId xmlns:p14="http://schemas.microsoft.com/office/powerpoint/2010/main" val="629422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85FDD-0DFF-47F0-ABAC-916F3FB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ALCANCE MATERIAL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CD4C0-A8F1-4ACF-B316-7D84F9C4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se está construyendo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60F90-0662-450C-BD6F-CF12231B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2C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2CE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C0750-1689-4023-B6FC-991907AB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2C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2C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79E1C-6647-4B75-B23C-A23F6305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04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F9EBE-6309-445D-9E1C-B6B7CB78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variables locales reconstruidas</a:t>
            </a:r>
          </a:p>
          <a:p xmlns:a="http://schemas.openxmlformats.org/drawingml/2006/main">
            <a:pPr algn="l">
              <a:defRPr sz="157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en el archivo destino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2F32D-E582-4045-A22D-24F55C64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45D1C-9BFB-49B3-90C2-EFE70B09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Dos colecciones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DD45A-F6AC-4BDF-B78F-D6809634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Primitivas y semánticas, con modos y aliases verificables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3EBCB-5E0E-4A07-8EFA-AE5B3782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AF5B8-4D74-440D-A2EE-C4D4113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716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Páginas por familia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EFF59-72BE-453C-AD4A-1372B4BD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479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Cada componente principal vive en una página semántica única.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0E33E-FD46-4EBF-AAC0-CA1863FD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FC935-5566-48ED-B5AF-4BD5E4C7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Componentes reutilizables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9604E-9DF5-459B-BA2F-B9299112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Variantes, propiedades, estados y dependencias conservan evidencia.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89727-C963-41CB-B0E4-6245DBBF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52AFC-CC80-4085-8E7C-E018C310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67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Slots nativos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32230-39F1-420A-AEFB-C1B1CC1B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434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Las composiciones variables aceptan cantidades distintas sin romper layout ni tokens.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D5F34-168F-4AC6-88F1-59D985CF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92CE8-4045-434E-BCD9-7D1D21CB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67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QA de implementación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1B667-0E4C-464B-900C-95246DEB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El equipo valida bindings, aliases, propiedades y apariencia mediante readback.</a:t>
            </a:r>
          </a:p>
        </p:txBody>
      </p:sp>
    </p:spTree>
    <p:extLst>
      <p:ext uri="{BB962C8B-B14F-4D97-AF65-F5344CB8AC3E}">
        <p14:creationId xmlns:p14="http://schemas.microsoft.com/office/powerpoint/2010/main" val="887624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1FE248-D267-418E-9DB6-8D2C1FFA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CORTE AL 1 DE OCTUBRE DE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DD18B-21F8-4F3C-9560-6C42F44A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Estado actual de la migración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5E77E-589E-4FB0-8F82-F4F27BC1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A5D47-8CC1-42F6-8A56-9A472381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485F8-DF2B-4362-BC57-CB101225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La base técnica y una parte amplia de las familias ya están reconstruidas. El programa aún no está cerrado ni publicado.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C2D5A-C68F-4626-8C7B-25E91EC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AVANCE COMPROBADO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C8750-2BBD-46E4-96D3-16689944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5B078-1BD5-4CA1-8756-99B514B1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Foundations y tokens locales operativos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C01BE-13AC-4E56-BCCB-4E9D0D97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037A2-CFF8-402B-90EF-98A86B19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Múltiples familias con QA técnico y readback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1AB4C-A9D0-478B-A540-B7442D70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B6D4A-0B47-4DC3-9B28-08FF17C4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Cola transversal de seis composiciones con Slots cerrada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1DDE2-CEB3-4115-9DE3-AD86F827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BB805-99D9-4746-A2DF-25FFA75C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Header y Table completados técnicamente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7FEED-BE2A-4AED-99D1-5696439B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812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20172-9BB7-4516-AE32-A21E4E9C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SIGUIENTE TRAMO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A37CE-FBC4-4884-878B-B5B14AAE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BDD8E-0C01-4FC3-883C-F8F0BDE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Modal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DC610-4F2D-48B4-BB04-BFA6FB23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76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Siguiente familia a delimitar y construir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AA4B8-BDEB-4386-886D-4733A93A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95012-2E40-4EC0-96BC-7C4CBB40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Sidebar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219D2-B7A1-4F7A-A66B-3CCD4EA8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Pendiente de inspección y contrato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29D4D-D7D1-4D25-ABB1-DE31C9CF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DA2B4C-1F78-4FB5-A117-771085A7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67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Empty states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4F4C4-9559-4FB4-9E3B-ED33BA41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29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Pendiente de inspección y contrato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54F25-6876-451A-B43E-6950276D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28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45D5B-947F-45F0-8A72-A55376F7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43575"/>
            <a:ext cx="392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0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Auditoría humana PENDING · Biblioteca Figma UNPUBLISHED</a:t>
            </a:r>
          </a:p>
        </p:txBody>
      </p:sp>
    </p:spTree>
    <p:extLst>
      <p:ext uri="{BB962C8B-B14F-4D97-AF65-F5344CB8AC3E}">
        <p14:creationId xmlns:p14="http://schemas.microsoft.com/office/powerpoint/2010/main" val="412151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E66B0-03C0-429B-90DA-69CA9EBA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CONTROLES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84A53-9AFD-49E1-8F95-83A09957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Riesgos que el método mantiene visibles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777D8-48A3-46D9-8C37-6F4B96A4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53700-C024-4132-96CD-6A59A7C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2628C-E96F-496D-8DC0-C313EA38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88A04-9A46-489E-9480-A7FADD4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Fidelidad visual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41391-86E0-4FD2-8773-1896F201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Cuando falta una primitiva exacta, se usa la más cercana y se documenta la diferencia.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E6F5D-9A74-441C-8E38-D56E3372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EC7E2-585A-47B0-B054-4B347FF0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B3BD2-2CF5-429F-B189-EAB025DB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Semántica de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F91E-D8F2-4649-BCF1-CEBEF06D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Un color parecido no autoriza usar un rol incorrecto ni perder el alias.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D332A-EA29-4163-ACFF-4F0D341A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3914F-5AAF-450F-A31C-B251C9F1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08922-E301-4701-AD52-9B6BCC92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Contenido variable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FE681-E7FF-42E2-97B3-853D3D6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Los Slots se prueban desde instancias con varias cantidades, no solo con una muestra fija.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6F7A1-6A52-4D1D-906C-8189BEB0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7C323-3BC9-4620-83E2-597BFFBC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A53AD-6026-4A12-8578-21C2C2A8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Conflictos de 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1BDA9-7186-49BD-9F9B-B91EC8A6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Una contradicción bloquea únicamente el alcance afectado hasta una decisión explícita.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ED8F8-83F3-4C91-88E7-D765932A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C5F9B-8324-4694-9E1C-6F213A1B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39367-0148-4D0A-9BB1-7F24DC6F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Falsa sensación de cierre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08F3AA-D6BA-484C-9B14-DD126482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QA técnico, auditoría humana y publicación se registran por separado.</a:t>
            </a:r>
          </a:p>
        </p:txBody>
      </p:sp>
    </p:spTree>
    <p:extLst>
      <p:ext uri="{BB962C8B-B14F-4D97-AF65-F5344CB8AC3E}">
        <p14:creationId xmlns:p14="http://schemas.microsoft.com/office/powerpoint/2010/main" val="763426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E0784-2AD7-48CC-B6AA-6681CF78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CIERRE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EBDC9-A597-4F51-BF25-FBFE0531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Decisiones para completar el programa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1AB34-21B9-43CB-8A3E-D0150AC6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2C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2CE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8BC08-DF7A-4E10-B79B-EAECE78A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2C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2C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0E64E-547E-456D-93EF-A6E391C3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trabajo técnico puede continuar. El cierre depende de tres decisiones de gobierno.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9B981-79E0-43EC-BDE3-7ECC7966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98E8A-0C78-4D2B-BC28-18A31F1E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626A7-BFF2-48AC-9C09-96F9BDBE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Auditar excepciones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36F21-88AF-439A-98D4-59A63EB5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Revisar el documento consolidado de ambigüedades y aceptar o corregir las diferencias materiales.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1DC54-551D-4991-BA95-9B897A01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D7CD8-28B3-448A-8F9D-79A5D0B4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39FA6-2C54-4325-BBB0-67E2623B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Cerrar el alcance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FBC45-FB74-43EB-9882-6F0B9CB9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Confirmar la prioridad de Modal, Sidebar y Empty states, y decidir si surgen nuevas familias.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C8702-3558-424C-A1E6-B2500AE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B62AA-9DF5-4ED6-8BF8-1B89FEC2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78595-AEAD-40A0-B5B5-D8BAB328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Autorizar publicación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2594D-AA0D-45B0-902E-458EE7C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Publicar la biblioteca solo cuando la auditoría y el QA vigente respalden el corte acordado.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AB103-8AD8-43B6-A624-E1DD980D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693BA-E2C9-49EA-9796-69743622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ED7D1"/>
                </a:solidFill>
                <a:latin typeface="Arial"/>
                <a:ea typeface="Arial"/>
                <a:cs typeface="Arial"/>
              </a:rPr>
              <a:t>Después del corte Figma, la implementación web requiere autorización y contratos propios.</a:t>
            </a:r>
          </a:p>
        </p:txBody>
      </p:sp>
    </p:spTree>
    <p:extLst>
      <p:ext uri="{BB962C8B-B14F-4D97-AF65-F5344CB8AC3E}">
        <p14:creationId xmlns:p14="http://schemas.microsoft.com/office/powerpoint/2010/main" val="628397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2026-10-01T23:31:17.6010000Z</dcterms:created>
  <dcterms:modified xsi:type="dcterms:W3CDTF">2026-10-01T23:31:17.6010000Z</dcterms:modified>
</coreProperties>
</file>