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fe0753a38f42d2" /><Relationship Type="http://schemas.openxmlformats.org/officeDocument/2006/relationships/extended-properties" Target="/docProps/app.xml" Id="Rbe9fddf3ad0b4d5f" /><Relationship Type="http://schemas.openxmlformats.org/officeDocument/2006/relationships/officeDocument" Target="/ppt/presentation.xml" Id="Rb202981a2c354f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a48eae77874d36"/>
  </p:sldMasterIdLst>
  <p:notesMasterIdLst>
    <p:notesMasterId xmlns:r="http://schemas.openxmlformats.org/officeDocument/2006/relationships" r:id="R4fc4c48805d5448f"/>
  </p:notesMasterIdLst>
  <p:sldIdLst>
    <p:sldId xmlns:r="http://schemas.openxmlformats.org/officeDocument/2006/relationships" id="256" r:id="R060abd1ea3eb4f00"/>
    <p:sldId xmlns:r="http://schemas.openxmlformats.org/officeDocument/2006/relationships" id="257" r:id="R66091a7027a244e6"/>
    <p:sldId xmlns:r="http://schemas.openxmlformats.org/officeDocument/2006/relationships" id="258" r:id="R3866cf06a5294ee8"/>
    <p:sldId xmlns:r="http://schemas.openxmlformats.org/officeDocument/2006/relationships" id="259" r:id="R3a09b5579fc9438c"/>
    <p:sldId xmlns:r="http://schemas.openxmlformats.org/officeDocument/2006/relationships" id="260" r:id="R605177ae5a4e45ad"/>
    <p:sldId xmlns:r="http://schemas.openxmlformats.org/officeDocument/2006/relationships" id="261" r:id="R4960c5c98f06484b"/>
    <p:sldId xmlns:r="http://schemas.openxmlformats.org/officeDocument/2006/relationships" id="262" r:id="R8aff4e9e899b438a"/>
    <p:sldId xmlns:r="http://schemas.openxmlformats.org/officeDocument/2006/relationships" id="263" r:id="R640ddd0c31f84c34"/>
    <p:sldId xmlns:r="http://schemas.openxmlformats.org/officeDocument/2006/relationships" id="264" r:id="R866b3880298a4b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b76e6b78cc4c4a" /><Relationship Type="http://schemas.openxmlformats.org/officeDocument/2006/relationships/slideMaster" Target="/ppt/slideMasters/slideMaster1.xml" Id="R3da48eae77874d36" /><Relationship Type="http://schemas.openxmlformats.org/officeDocument/2006/relationships/notesMaster" Target="/ppt/notesMasters/notesMaster1.xml" Id="R4fc4c48805d5448f" /><Relationship Type="http://schemas.openxmlformats.org/officeDocument/2006/relationships/presProps" Target="/ppt/presProps.xml" Id="R71ddbc0f14d043a4" /><Relationship Type="http://schemas.openxmlformats.org/officeDocument/2006/relationships/tableStyles" Target="/ppt/tableStyles.xml" Id="R52b2e129b157490b" /><Relationship Type="http://schemas.openxmlformats.org/officeDocument/2006/relationships/slide" Target="/ppt/slides/slide1.xml" Id="R060abd1ea3eb4f00" /><Relationship Type="http://schemas.openxmlformats.org/officeDocument/2006/relationships/slide" Target="/ppt/slides/slide2.xml" Id="R66091a7027a244e6" /><Relationship Type="http://schemas.openxmlformats.org/officeDocument/2006/relationships/slide" Target="/ppt/slides/slide3.xml" Id="R3866cf06a5294ee8" /><Relationship Type="http://schemas.openxmlformats.org/officeDocument/2006/relationships/slide" Target="/ppt/slides/slide4.xml" Id="R3a09b5579fc9438c" /><Relationship Type="http://schemas.openxmlformats.org/officeDocument/2006/relationships/slide" Target="/ppt/slides/slide5.xml" Id="R605177ae5a4e45ad" /><Relationship Type="http://schemas.openxmlformats.org/officeDocument/2006/relationships/slide" Target="/ppt/slides/slide6.xml" Id="R4960c5c98f06484b" /><Relationship Type="http://schemas.openxmlformats.org/officeDocument/2006/relationships/slide" Target="/ppt/slides/slide7.xml" Id="R8aff4e9e899b438a" /><Relationship Type="http://schemas.openxmlformats.org/officeDocument/2006/relationships/slide" Target="/ppt/slides/slide8.xml" Id="R640ddd0c31f84c34" /><Relationship Type="http://schemas.openxmlformats.org/officeDocument/2006/relationships/slide" Target="/ppt/slides/slide9.xml" Id="R866b3880298a4b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b9737b0d314e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754a1be1234b9c" /><Relationship Type="http://schemas.openxmlformats.org/officeDocument/2006/relationships/notesMaster" Target="/ppt/notesMasters/notesMaster1.xml" Id="Rf74f374761224e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64de52461c4fd9" /><Relationship Type="http://schemas.openxmlformats.org/officeDocument/2006/relationships/notesMaster" Target="/ppt/notesMasters/notesMaster1.xml" Id="Rf567f6ce44a54e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e0cfec7acb40cd" /><Relationship Type="http://schemas.openxmlformats.org/officeDocument/2006/relationships/notesMaster" Target="/ppt/notesMasters/notesMaster1.xml" Id="Rcfb379f1492c4b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b3773a102b4265" /><Relationship Type="http://schemas.openxmlformats.org/officeDocument/2006/relationships/notesMaster" Target="/ppt/notesMasters/notesMaster1.xml" Id="R11d5fb4736024a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0ed7c42f3e476d" /><Relationship Type="http://schemas.openxmlformats.org/officeDocument/2006/relationships/notesMaster" Target="/ppt/notesMasters/notesMaster1.xml" Id="Rbdf0e5f7f88449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7d4585313b4edf" /><Relationship Type="http://schemas.openxmlformats.org/officeDocument/2006/relationships/notesMaster" Target="/ppt/notesMasters/notesMaster1.xml" Id="R8fa8718ab8cd46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8bb26a6613412f" /><Relationship Type="http://schemas.openxmlformats.org/officeDocument/2006/relationships/notesMaster" Target="/ppt/notesMasters/notesMaster1.xml" Id="R09bea755d1c746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d1b1a010dc4df6" /><Relationship Type="http://schemas.openxmlformats.org/officeDocument/2006/relationships/notesMaster" Target="/ppt/notesMasters/notesMaster1.xml" Id="Ra5a536d99a8b4f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6eedf89f8e4819" /><Relationship Type="http://schemas.openxmlformats.org/officeDocument/2006/relationships/notesMaster" Target="/ppt/notesMasters/notesMaster1.xml" Id="R57205da6566f42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protocols/03-CONTRACT-SYNTHESIS.md §§1, 7-8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AGENTS.md · Destino de reconstrucción</a:t>
            </a:r>
          </a:p>
          <a:p xmlns:a="http://schemas.openxmlformats.org/drawingml/2006/main">
            <a:r>
              <a:t>protocols/03-CONTRACT-SYNTHESIS.md §9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README.md · Flujo normal</a:t>
            </a:r>
          </a:p>
          <a:p xmlns:a="http://schemas.openxmlformats.org/drawingml/2006/main">
            <a:r>
              <a:t>protocols/03-CONTRACT-SYNTHESIS.md</a:t>
            </a:r>
          </a:p>
          <a:p xmlns:a="http://schemas.openxmlformats.org/drawingml/2006/main">
            <a:r>
              <a:t>protocols/05-SELF-DOCUMENTATION-AND-TRACEABILITY.md</a:t>
            </a:r>
          </a:p>
          <a:p xmlns:a="http://schemas.openxmlformats.org/drawingml/2006/main">
            <a:r>
              <a:t>protocols/06-QA-AND-VALIDATION.md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AGENTS.md · Autoridad documental y reglas globales</a:t>
            </a:r>
          </a:p>
          <a:p xmlns:a="http://schemas.openxmlformats.org/drawingml/2006/main">
            <a:r>
              <a:t>protocols/05-SELF-DOCUMENTATION-AND-TRACEABILITY.md §§2-6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registry/environment.md · Figma reconstrucción de variables</a:t>
            </a:r>
          </a:p>
          <a:p xmlns:a="http://schemas.openxmlformats.org/drawingml/2006/main">
            <a:r>
              <a:t>protocols/04-FIGMA-CONSTRUCTION.md</a:t>
            </a:r>
          </a:p>
          <a:p xmlns:a="http://schemas.openxmlformats.org/drawingml/2006/main">
            <a:r>
              <a:t>protocols/SLOTS-REVIEW-AND-IMPLEMENTATION.md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specs/MIGRATION-TRACEABILITY-STATUS.md · Estado vigente tras Table</a:t>
            </a:r>
          </a:p>
          <a:p xmlns:a="http://schemas.openxmlformats.org/drawingml/2006/main">
            <a:r>
              <a:t>registry/contracts.md · TABLE-001 y HEADER-001</a:t>
            </a:r>
          </a:p>
          <a:p xmlns:a="http://schemas.openxmlformats.org/drawingml/2006/main">
            <a:r>
              <a:t>registry/SLOTS-REVIEW-STATUS.md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AGENTS.md · Reglas globales y trazabilidad de tokens</a:t>
            </a:r>
          </a:p>
          <a:p xmlns:a="http://schemas.openxmlformats.org/drawingml/2006/main">
            <a:r>
              <a:t>specs/MIGRATION-AUDIT.md</a:t>
            </a:r>
          </a:p>
          <a:p xmlns:a="http://schemas.openxmlformats.org/drawingml/2006/main">
            <a:r>
              <a:t>protocols/06-QA-AND-VALIDATION.md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specs/MIGRATION-AUDIT.md</a:t>
            </a:r>
          </a:p>
          <a:p xmlns:a="http://schemas.openxmlformats.org/drawingml/2006/main">
            <a:r>
              <a:t>specs/MIGRATION-TRACEABILITY-STATUS.md</a:t>
            </a:r>
          </a:p>
          <a:p xmlns:a="http://schemas.openxmlformats.org/drawingml/2006/main">
            <a:r>
              <a:t>AGENTS.md · Estados y cierre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09f4f3a3c4a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0a359575084e66" /><Relationship Type="http://schemas.openxmlformats.org/officeDocument/2006/relationships/slideLayout" Target="/ppt/slideLayouts/slideLayout1.xml" Id="Rfd21e5cddff242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21e5cddff242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9a6dc429a460f" /><Relationship Type="http://schemas.openxmlformats.org/officeDocument/2006/relationships/notesSlide" Target="/ppt/notesSlides/notesSlide1.xml" Id="R0230b9dc9f3946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d11740caf45e1" /><Relationship Type="http://schemas.openxmlformats.org/officeDocument/2006/relationships/notesSlide" Target="/ppt/notesSlides/notesSlide2.xml" Id="R3bee6ddc0bbe45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17ec57bf34130" /><Relationship Type="http://schemas.openxmlformats.org/officeDocument/2006/relationships/notesSlide" Target="/ppt/notesSlides/notesSlide3.xml" Id="Rea6cd95b7c6a41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c6b4af10b4341" /><Relationship Type="http://schemas.openxmlformats.org/officeDocument/2006/relationships/notesSlide" Target="/ppt/notesSlides/notesSlide4.xml" Id="R8b9b47b49f1645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eabb808cb43dc" /><Relationship Type="http://schemas.openxmlformats.org/officeDocument/2006/relationships/notesSlide" Target="/ppt/notesSlides/notesSlide5.xml" Id="R34d9e7feca3a4f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4e735b62b4a78" /><Relationship Type="http://schemas.openxmlformats.org/officeDocument/2006/relationships/notesSlide" Target="/ppt/notesSlides/notesSlide6.xml" Id="R82264d60a5ca4e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c81f0371b47fe" /><Relationship Type="http://schemas.openxmlformats.org/officeDocument/2006/relationships/notesSlide" Target="/ppt/notesSlides/notesSlide7.xml" Id="R371bfdd72c5649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85998a0f94c37" /><Relationship Type="http://schemas.openxmlformats.org/officeDocument/2006/relationships/notesSlide" Target="/ppt/notesSlides/notesSlide8.xml" Id="R164535c625064a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5fabf76d24849" /><Relationship Type="http://schemas.openxmlformats.org/officeDocument/2006/relationships/notesSlide" Target="/ppt/notesSlides/notesSlide9.xml" Id="Re9d7cc49dde247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EB685-4D6A-402E-9C70-60ED08B9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9060D-141D-4A22-A30B-644A66CA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VISIÓN EJECUTIVA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3DE5C-A2CA-45AE-A8C1-391E8CA2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Reconstrucción trazable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53303-B10D-4043-AD6D-CD181FA7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8E0E8"/>
                </a:solidFill>
                <a:latin typeface="Helvetica Neue"/>
                <a:ea typeface="Helvetica Neue"/>
                <a:cs typeface="Helvetica Neue"/>
              </a:rPr>
              <a:t>De una librería heredada a una base gobernable para Figma y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A7929-CFDD-449B-A6C7-5DF7C8B4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3DA8B-4B12-4D79-9EDA-38634BC4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FC0CF"/>
                </a:solidFill>
                <a:latin typeface="Helvetica Neue"/>
                <a:ea typeface="Helvetica Neue"/>
                <a:cs typeface="Helvetica Neue"/>
              </a:rPr>
              <a:t>Specs Driven Design · Octubre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1BCEB-0FEA-458D-913D-EF43101A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AI-Design-System</a:t>
            </a:r>
          </a:p>
        </p:txBody>
      </p:sp>
    </p:spTree>
    <p:extLst>
      <p:ext uri="{BB962C8B-B14F-4D97-AF65-F5344CB8AC3E}">
        <p14:creationId xmlns:p14="http://schemas.microsoft.com/office/powerpoint/2010/main" val="1989011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60844-B295-43D0-A370-28E57260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PUNTO DE 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5C3CF-9F6D-49AA-84CD-71A64F0D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El reto que resuelve 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4C835-F262-439D-8443-41B10E4C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F15F2-FC2C-4062-9308-CF538180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DC78A-E7B4-4FEA-99D3-887B9D52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47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La librería anterior contiene valor visual, pero no basta como especificación verificable.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E303D-2483-4579-9EDB-2759E12A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Copiar componentes sin contratos conservaría ambigüedades, rompería la trazabilidad de tokens y trasladaría inconsistencias a Figma y al futuro frontend.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CB236-F0E8-4731-B7C5-44C2A6F3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292D1-A69D-47B9-89B0-442C4293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Fuente heredada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216BE-A4CC-4507-B558-F22E01AC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Apariencia, estructura y casos observados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2560C-F4D5-486E-9A24-D5067E4A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241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B7B13-5D32-4127-9B52-CCE9F25F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52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1E7A2-E4FE-4252-8942-D4ED1FD4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33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Falta de norma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34396-767E-4DAA-B9B0-B21FCEB5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147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No toda observación expresa intención aprobada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C75ED-2D2E-44FC-910A-BA30AAA7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81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6E1C69-1713-461E-B73D-8854EAB6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9B8AE-DEED-4292-967B-B36DDF21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91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Riesgo de réplica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8A058-7FCC-4595-9F1E-35853765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Una copia literal no garantiza gobierno ni reutilización</a:t>
            </a:r>
          </a:p>
        </p:txBody>
      </p:sp>
    </p:spTree>
    <p:extLst>
      <p:ext uri="{BB962C8B-B14F-4D97-AF65-F5344CB8AC3E}">
        <p14:creationId xmlns:p14="http://schemas.microsoft.com/office/powerpoint/2010/main" val="15229087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3EFA8-28F0-45C5-8CD0-B653E256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DESTINO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5ECF8-6D81-4048-BDB8-3B503389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Objetivo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61936-9F47-4349-847A-5E28DC5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E0652-ECB3-4E56-8D82-23762908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524EF-40AF-489E-B337-52EDB218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Convertir evidencia heredada en una biblioteca confiable, mantenible y lista para evolucionar.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31BF3-CD12-4BA7-BC09-B3C6FDC7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EVIDENCIA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CBF0A-90F7-4B3F-AC30-6053DD6F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Librería anterior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 documentos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66276-E6B3-42DC-8E1C-6A834903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37F36-E7C6-445B-81F7-D003B0D9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766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D8D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8DDE5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71F40-78A6-42C2-8353-4EA6D35B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480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CONTRATOS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FF06B-4308-486C-885F-2BC48E79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099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Reglas y decisiones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versionadas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1C28D-8658-46FE-AA71-B73DF819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457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82AF7-5561-489D-A0D4-5E07701F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766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D8D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8DDE5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4FFFE-4A4A-41DF-9A8F-C005AABE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480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FIGMA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63CF1-CC5C-476B-9CDE-52B4FCF2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99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AI-Design-System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 tokens y Slots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EFF33-5CD5-4C28-A79D-BC49D2AE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8A8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03507-4284-43A6-B7D9-E8699381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766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D8D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8DDE5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68C70-032C-4B2E-919F-8E7B05FB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480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FRONTEND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6C2253-1F00-495D-8E97-ACED3B9E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099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React + TypeScript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en una fase posterior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8551C-34D0-488C-8D2B-2D3E3486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457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2311E-80D4-4036-A701-D7F2AD3E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El resultado esperado no es solo un archivo de Figma. Es una cadena de decisiones comprobables que puede sostener diseño, QA y desarrollo.</a:t>
            </a:r>
          </a:p>
        </p:txBody>
      </p:sp>
    </p:spTree>
    <p:extLst>
      <p:ext uri="{BB962C8B-B14F-4D97-AF65-F5344CB8AC3E}">
        <p14:creationId xmlns:p14="http://schemas.microsoft.com/office/powerpoint/2010/main" val="671586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08C7B8-03C9-4195-B534-59AD3B9A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CÓMO SE EJECUTA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0312A-6DA8-41D3-ADF1-69EAE791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Método Specs Driven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5B8BC-7984-4B50-9B78-DC10BC77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8F90E-7D6F-4558-8529-414A3072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3B7AF-664A-4E79-B1C1-BBA207EE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Cada familia atraviesa el mismo circuito antes de considerarse terminada.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4BC94-3C6C-4802-BA43-BDDE6229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EE027-06D4-4E5F-9B27-9C447BFE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C6A98-314F-4788-AD27-9D521078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A0703-5D4C-4397-9F8C-27980451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Ingesta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1C037-9AC5-48CF-A26C-BCBD4C12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Conservar fuente e identidad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36242-F644-4DD7-B2AB-260952CD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96E6A-804E-41B5-86C3-DAB8C493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03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264D7-A8A6-44D5-9298-F6488C10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766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5E827-3499-411A-919C-5DB0062B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148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Definir reglas verificables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00AC9-8ED9-4D8E-8B5B-0351552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38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1C2CE-C078-44AC-89C8-4CF6891B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003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DB137-FAF3-4A78-9159-9BC5CD2D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QA documental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A92F0-736A-42CD-BCC9-3FE728D3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148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Comprobar cobertura y conflictos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DC4D5-0686-4B6A-8311-87124713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E9467-D9A1-47C9-8560-9757A85C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03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6B6E1-FD80-41A5-A763-12B4B8DA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766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Construcción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9B5B8-1BB9-4E63-89B3-689BDC34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148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Materializar en Figma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8F45A7-40AD-43C5-B1CC-11B628C9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E5C4AC-8B78-42ED-BFE2-6404EB76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DD647A-1BA1-497B-A5F9-6C5509DE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C775C-2C97-4ACD-BE48-2FB512AC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Leer el resultado real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5A5CF4-3D19-4437-8D9E-279E9B0D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38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9154EB-3390-4EF0-B154-24DCE897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003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ECDFB4-9EBD-4BFF-A57A-27536CE9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766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QA técnico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945BCF-AC18-4C03-B4E0-671775FC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148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Validar contra la versión exacta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335FBF-F22B-4533-9CC8-9C420AB8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72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La trazabilidad acompaña todas las etapas. La aprobación humana y el QA técnico se registran como dimensiones distintas.</a:t>
            </a:r>
          </a:p>
        </p:txBody>
      </p:sp>
    </p:spTree>
    <p:extLst>
      <p:ext uri="{BB962C8B-B14F-4D97-AF65-F5344CB8AC3E}">
        <p14:creationId xmlns:p14="http://schemas.microsoft.com/office/powerpoint/2010/main" val="1872178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B25A2-1F62-4D4C-9304-530AFF83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ARQUITECTURA DOCUMENTAL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C3CDE-9799-4288-BD5C-71718AA0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Gobierno de la fuente de verdad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F28EE-9E62-445A-AC58-055185DB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8D528-8D94-4844-8AAD-E2D1AE1E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47409-04BD-407F-BF84-F8DEDC13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Cada artefacto tiene una responsabilidad clara. Ninguno sustituye a los demás.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9A415-025D-4C85-8CA4-BA96286B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1F9FA-9CD3-4228-A0E5-6E4A2A8D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Contrato 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4A479-35DD-4AF5-AE8D-2AB6A8BD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400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Gobierna reglas, estados, composición y criterios de aceptación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D75CB-0177-4C27-9C53-13410F72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83E51-BE42-41FC-96F6-21FB787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1F9CE-9C33-4211-8230-63D6FD47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86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JSON canónico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EFA25-8C6A-4A28-85CA-3470C7A8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2400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Gobierna nombres, valores, modos, aliases y descripción de tokens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B732C-CD82-425C-8B33-743B86E7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AEE42-D32E-481C-82EF-564343EF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9F01A-8810-4C79-A9A6-AD10A89B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Figma destino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9A44E-47C3-4206-813C-6269A6FD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2400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Materializa componentes y bindings con IDs reales del archivo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39E16-6580-4B0F-A364-088E1E5E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530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16291-A82D-4331-851D-DEA020C3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05050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56E94-E266-46D7-BB10-5A95C64E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Registros y QA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D76A2-5DC4-42A6-B422-48A09EA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2400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Conservan fuentes, decisiones, versiones, evidencias y excepciones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4B4F3-4995-47A2-A6A0-B0D741BE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530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F1EE4-5B0E-4B57-92E0-BF6EEF8E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Principio de 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57A8B-E532-44CA-8CD2-35A7DFF9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14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Una coincidencia visual no demuestra equivalencia semántica. El proyecto conserva aliases, bindings y procedencia.</a:t>
            </a:r>
          </a:p>
        </p:txBody>
      </p:sp>
    </p:spTree>
    <p:extLst>
      <p:ext uri="{BB962C8B-B14F-4D97-AF65-F5344CB8AC3E}">
        <p14:creationId xmlns:p14="http://schemas.microsoft.com/office/powerpoint/2010/main" val="820552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08A93D-007B-4308-876F-9C06A08D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ALCANCE MATERIAL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8608D-5E25-46C5-8FA7-A21F6652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Qué se está construyendo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BDDAC-FFFF-4EEF-B747-67B8B9BA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9AC0D-6476-4A05-8DD6-0116B7E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73659-9A7F-4D80-8559-9706146D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04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A97CC-40EB-4C57-8F48-4495308F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variables locales reconstruidas</a:t>
            </a:r>
          </a:p>
          <a:p xmlns:a="http://schemas.openxmlformats.org/drawingml/2006/main">
            <a:pPr algn="l">
              <a:defRPr sz="15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en el archivo destino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CC739-2468-44C0-8ADE-600F799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EE51F-0B68-4B8E-86A4-AA02BEB2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Dos colecciones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42A85-6853-4CE2-A6B7-407E38D9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Primitivas y semánticas, con modos y aliases verificables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9ED08-6366-4B62-A445-A2B7142B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FC1CD-3F80-4E2D-B5F4-5F998EA6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716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Páginas por familia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9FE35-E17B-41EE-88AD-F8714AE4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47900"/>
            <a:ext cx="266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Cada componente principal vive en una página semántica única.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BC189-9416-4240-BAE3-BC3B2FB8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5204C-08A0-4792-A705-4412AC1F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716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9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Componentes reutilizables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E7076-60EE-4DE7-9C00-5B7A1E4B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47900"/>
            <a:ext cx="266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Variantes, propiedades, estados y dependencias conservan evidencia.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DC039-7C12-46A3-8BC4-E8003485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A8052-8E89-474F-A024-E9529BC3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67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Slots nativos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91D7F-E26B-43AF-A004-E0436E2B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43400"/>
            <a:ext cx="266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Las composiciones variables aceptan cantidades distintas sin romper layout ni tokens.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4A780-DE06-4379-9F48-1F7C7C62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52245-DFB4-4832-9B1D-655ACA3F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67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QA de implementación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92D4B-0317-43A4-AE18-784B7F50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43400"/>
            <a:ext cx="266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El equipo valida bindings, aliases, propiedades y apariencia mediante readback.</a:t>
            </a:r>
          </a:p>
        </p:txBody>
      </p:sp>
    </p:spTree>
    <p:extLst>
      <p:ext uri="{BB962C8B-B14F-4D97-AF65-F5344CB8AC3E}">
        <p14:creationId xmlns:p14="http://schemas.microsoft.com/office/powerpoint/2010/main" val="549349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4D822D-32EE-4B50-A1A0-8EB8C1B7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CORTE AL 1 DE OCTUBRE DE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B074E-4FBD-4089-AF79-D5E9E785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Estado actual de la migración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158C0-1242-4E55-BAC0-ABF52C66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D40A1-9E4F-4461-9606-772534EA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73DF5-FF08-46D1-9962-DF46D11D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La base técnica y una parte amplia de las familias ya están reconstruidas. El programa aún no está cerrado ni publicado.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E2192-4683-43D3-814A-6B1A817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AVANCE COMPROBADO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19E3A-76DC-47E2-8410-019B5F6C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95699-7DBB-4BE5-8ABA-FF77976F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Foundations y tokens locales operativos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9AB66-82FB-4497-B366-BC29D5E6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78606-E893-4582-B20B-0107F0D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Múltiples familias con QA técnico y readback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3783C-EF2A-4B00-BE70-4D879183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F6769-E837-430E-90D5-C021CF9A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Cola transversal de seis composiciones con Slots cerrada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4302D-EC77-4A08-BAF1-E7F86FEB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3E5C6-F928-4FB4-8C89-CE41702F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Header y Table completados técnicamente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1DA45-D7A5-42D6-92BA-6C7D7477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812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389DB-E35D-4345-A098-72A15171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SIGUIENTE TRAMO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C4DB1-A57C-44EB-B66D-85803C25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EA054-3527-407C-AD3C-43DE39D3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Modal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1445D-07C3-4C68-89C0-030AE1A2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76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Siguiente familia a delimitar y construir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42BAF-C8B2-4EA0-8E64-5A236C96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589C4-2133-4FAE-BAC5-DB908D3E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90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Sidebar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17AF7F-2986-4DB1-93FC-EE85641A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52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Pendiente de inspección y contrato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F387E-3282-4DB0-9E9D-8993B633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2F5D1-59EB-4E02-B65C-D9E5AE2E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67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Empty states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3D2A6-2F2C-4C4B-B0F8-7A28BA3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292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Pendiente de inspección y contrato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D07059-15DE-4123-A40C-69AF9924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28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81FAD5-9496-46DD-A05D-2ADC675C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43575"/>
            <a:ext cx="392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1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Auditoría humana PENDING · Biblioteca Figma UNPUBLISHED</a:t>
            </a:r>
          </a:p>
        </p:txBody>
      </p:sp>
    </p:spTree>
    <p:extLst>
      <p:ext uri="{BB962C8B-B14F-4D97-AF65-F5344CB8AC3E}">
        <p14:creationId xmlns:p14="http://schemas.microsoft.com/office/powerpoint/2010/main" val="176378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5D402-FE88-4E10-9C88-D54304EB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CONTROLES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977E7-AD24-41D7-8C15-75362BF7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Riesgos que el método mantiene visibles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38C8C-D1C8-42DE-82A4-0A00ED55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EF796-0E0C-4564-8229-76AF5993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B76D2-4AC1-468C-90B3-877DE099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A83F1-CFB1-46A9-B5C4-2F4C1821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Fidelidad visual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FB55F-B397-42B8-B86C-6E144563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Cuando falta una primitiva exacta, se usa la más cercana y se documenta la diferencia.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CB0BC-37E5-4C53-9414-7443A252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88922-BD3C-4B08-8A1D-56483739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6979A-4EF0-4F20-9781-4D6673CA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Semántica de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ABEF5-B5D0-4BA0-8A6E-BAB2F1DE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Un color parecido no autoriza usar un rol incorrecto ni perder el alias.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A138D-39C9-4B70-BFF8-B7A0B838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51B8F-E95B-428D-AD5C-563B411D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ABF44-2DEC-4B71-9AAB-10FC4CD6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Contenido variable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0F917-F3E8-43F7-8C91-0CBA9D16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Los Slots se prueban desde instancias con varias cantidades, no solo con una muestra fija.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A03AF-D9AD-4FA8-B7B1-6DC519EE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20FD7-C84F-40DD-AAE4-D03768E3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56291-F4DF-4883-ADD8-EA547BCC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Conflictos de fuente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DD49A-69A0-4BAB-ABA5-4833934A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Una contradicción bloquea únicamente el alcance afectado hasta una decisión explícita.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B8865-790A-4B70-854F-72459796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BD03F-6A11-4608-8E68-16DB9F3F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B9DFB-B2E9-43D7-BE1B-F8CF2346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Falsa sensación de cierre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EA095A-D496-42F4-B135-E80AE431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QA técnico, auditoría humana y publicación se registran por separado.</a:t>
            </a:r>
          </a:p>
        </p:txBody>
      </p:sp>
    </p:spTree>
    <p:extLst>
      <p:ext uri="{BB962C8B-B14F-4D97-AF65-F5344CB8AC3E}">
        <p14:creationId xmlns:p14="http://schemas.microsoft.com/office/powerpoint/2010/main" val="21199205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B5A25-EF64-4798-A49F-66722680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CIERRE EJECUTIVO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4A8E2-2604-461F-B198-D6349801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Decisiones para completar el programa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4B6B2-AF57-4A54-889B-A3A81445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A3531-3680-4059-A44D-F0C6B958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C51FD-D01F-4AD1-B21B-986F5566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El trabajo técnico puede continuar. El cierre depende de tres decisiones de gobierno.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EC800-831A-4B71-B4F6-11419F29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22BCA-B9BD-46A4-A5B3-996D16DC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717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88144-F355-46B5-8437-C2D523BF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Auditar excepciones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F49D9-DBCC-4D2B-A783-101A6DF2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Revisar el documento consolidado de ambigüedades y aceptar o corregir las diferencias materiales.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524E5-DD93-42F0-8D38-D2109463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EBE42-A074-4208-A855-516E3ABC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669F2-B9E0-431D-BEE9-6245062A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Cerrar el alcance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DB272-27D9-4DF3-AAD7-FC8E6B06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Confirmar la prioridad de Modal, Sidebar y Empty states, y decidir si surgen nuevas familias.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B7CB1-A3F8-4FAC-92E0-AF687678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DD4A6-3942-43CC-825F-9E163FF1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3855F-FB5E-42A8-BC4D-5976A8BD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24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Autorizar publicación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01E06-4FAF-4120-8DE0-01E9A6D4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244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Publicar la biblioteca solo cuando la auditoría y el QA vigente respalden el corte acordado.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7D554D-DEDF-4BA6-A224-968D82D4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71272A-C7E6-4F54-9EFC-98EEA517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Después del corte Figma, la implementación web requiere autorización y contratos propios.</a:t>
            </a:r>
          </a:p>
        </p:txBody>
      </p:sp>
    </p:spTree>
    <p:extLst>
      <p:ext uri="{BB962C8B-B14F-4D97-AF65-F5344CB8AC3E}">
        <p14:creationId xmlns:p14="http://schemas.microsoft.com/office/powerpoint/2010/main" val="1536066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2026-10-01T23:25:05.4850000Z</dcterms:created>
  <dcterms:modified xsi:type="dcterms:W3CDTF">2026-10-01T23:25:05.4850000Z</dcterms:modified>
</coreProperties>
</file>