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e7e6222b2b40fb" /><Relationship Type="http://schemas.openxmlformats.org/officeDocument/2006/relationships/extended-properties" Target="/docProps/app.xml" Id="R48d38a5060264e33" /><Relationship Type="http://schemas.openxmlformats.org/officeDocument/2006/relationships/officeDocument" Target="/ppt/presentation.xml" Id="R71f9aafbb1f6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7399e8064480f"/>
  </p:sldMasterIdLst>
  <p:notesMasterIdLst>
    <p:notesMasterId xmlns:r="http://schemas.openxmlformats.org/officeDocument/2006/relationships" r:id="Rd156fce87cba46de"/>
  </p:notesMasterIdLst>
  <p:sldIdLst>
    <p:sldId xmlns:r="http://schemas.openxmlformats.org/officeDocument/2006/relationships" id="256" r:id="R114d020d08f84130"/>
    <p:sldId xmlns:r="http://schemas.openxmlformats.org/officeDocument/2006/relationships" id="257" r:id="R3bf7e05742854e31"/>
    <p:sldId xmlns:r="http://schemas.openxmlformats.org/officeDocument/2006/relationships" id="258" r:id="Rca577fcaab7c4527"/>
    <p:sldId xmlns:r="http://schemas.openxmlformats.org/officeDocument/2006/relationships" id="259" r:id="R4b0ab1518a874f97"/>
    <p:sldId xmlns:r="http://schemas.openxmlformats.org/officeDocument/2006/relationships" id="260" r:id="R28500e4336bb44ec"/>
    <p:sldId xmlns:r="http://schemas.openxmlformats.org/officeDocument/2006/relationships" id="261" r:id="R7253946bea0246ce"/>
    <p:sldId xmlns:r="http://schemas.openxmlformats.org/officeDocument/2006/relationships" id="262" r:id="R2d6ecbf8ba174386"/>
    <p:sldId xmlns:r="http://schemas.openxmlformats.org/officeDocument/2006/relationships" id="263" r:id="R265672ff345c4e3d"/>
    <p:sldId xmlns:r="http://schemas.openxmlformats.org/officeDocument/2006/relationships" id="264" r:id="R52b007c7222c46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5f1ea57b594786" /><Relationship Type="http://schemas.openxmlformats.org/officeDocument/2006/relationships/slideMaster" Target="/ppt/slideMasters/slideMaster1.xml" Id="Ra8e7399e8064480f" /><Relationship Type="http://schemas.openxmlformats.org/officeDocument/2006/relationships/notesMaster" Target="/ppt/notesMasters/notesMaster1.xml" Id="Rd156fce87cba46de" /><Relationship Type="http://schemas.openxmlformats.org/officeDocument/2006/relationships/presProps" Target="/ppt/presProps.xml" Id="R09fdd6cc14a745c5" /><Relationship Type="http://schemas.openxmlformats.org/officeDocument/2006/relationships/tableStyles" Target="/ppt/tableStyles.xml" Id="Rdde1d27eae8f43c1" /><Relationship Type="http://schemas.openxmlformats.org/officeDocument/2006/relationships/slide" Target="/ppt/slides/slide1.xml" Id="R114d020d08f84130" /><Relationship Type="http://schemas.openxmlformats.org/officeDocument/2006/relationships/slide" Target="/ppt/slides/slide2.xml" Id="R3bf7e05742854e31" /><Relationship Type="http://schemas.openxmlformats.org/officeDocument/2006/relationships/slide" Target="/ppt/slides/slide3.xml" Id="Rca577fcaab7c4527" /><Relationship Type="http://schemas.openxmlformats.org/officeDocument/2006/relationships/slide" Target="/ppt/slides/slide4.xml" Id="R4b0ab1518a874f97" /><Relationship Type="http://schemas.openxmlformats.org/officeDocument/2006/relationships/slide" Target="/ppt/slides/slide5.xml" Id="R28500e4336bb44ec" /><Relationship Type="http://schemas.openxmlformats.org/officeDocument/2006/relationships/slide" Target="/ppt/slides/slide6.xml" Id="R7253946bea0246ce" /><Relationship Type="http://schemas.openxmlformats.org/officeDocument/2006/relationships/slide" Target="/ppt/slides/slide7.xml" Id="R2d6ecbf8ba174386" /><Relationship Type="http://schemas.openxmlformats.org/officeDocument/2006/relationships/slide" Target="/ppt/slides/slide8.xml" Id="R265672ff345c4e3d" /><Relationship Type="http://schemas.openxmlformats.org/officeDocument/2006/relationships/slide" Target="/ppt/slides/slide9.xml" Id="R52b007c7222c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2c852f889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6653c1fda4f09" /><Relationship Type="http://schemas.openxmlformats.org/officeDocument/2006/relationships/notesMaster" Target="/ppt/notesMasters/notesMaster1.xml" Id="R43dfe3ad998e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b5e772e1a4dab" /><Relationship Type="http://schemas.openxmlformats.org/officeDocument/2006/relationships/notesMaster" Target="/ppt/notesMasters/notesMaster1.xml" Id="R9d96c3aaeae8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ad355115bf485f" /><Relationship Type="http://schemas.openxmlformats.org/officeDocument/2006/relationships/notesMaster" Target="/ppt/notesMasters/notesMaster1.xml" Id="Rd4595877c8b3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3b966fe224e64" /><Relationship Type="http://schemas.openxmlformats.org/officeDocument/2006/relationships/notesMaster" Target="/ppt/notesMasters/notesMaster1.xml" Id="Rb194626f9354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fed31948241e9" /><Relationship Type="http://schemas.openxmlformats.org/officeDocument/2006/relationships/notesMaster" Target="/ppt/notesMasters/notesMaster1.xml" Id="Rec59c2f294b8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8850bde1854463" /><Relationship Type="http://schemas.openxmlformats.org/officeDocument/2006/relationships/notesMaster" Target="/ppt/notesMasters/notesMaster1.xml" Id="Raf5ff781d422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ecf78be24f4a21" /><Relationship Type="http://schemas.openxmlformats.org/officeDocument/2006/relationships/notesMaster" Target="/ppt/notesMasters/notesMaster1.xml" Id="R40c3edffc3a6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43f15406de47cd" /><Relationship Type="http://schemas.openxmlformats.org/officeDocument/2006/relationships/notesMaster" Target="/ppt/notesMasters/notesMaster1.xml" Id="R55d80678289a4d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0dfa7a67244fd8" /><Relationship Type="http://schemas.openxmlformats.org/officeDocument/2006/relationships/notesMaster" Target="/ppt/notesMasters/notesMaster1.xml" Id="Rc3dcb923b4d6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protocols/03-CONTRACT-SYNTHESIS.md §§1, 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AGENTS.md · Destino de reconstrucción</a:t>
            </a:r>
          </a:p>
          <a:p xmlns:a="http://schemas.openxmlformats.org/drawingml/2006/main">
            <a:r>
              <a:t>protocols/03-CONTRACT-SYNTHESIS.md §9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 · Flujo normal</a:t>
            </a:r>
          </a:p>
          <a:p xmlns:a="http://schemas.openxmlformats.org/drawingml/2006/main">
            <a:r>
              <a:t>protocols/03-CONTRACT-SYNTHESIS.md</a:t>
            </a:r>
          </a:p>
          <a:p xmlns:a="http://schemas.openxmlformats.org/drawingml/2006/main">
            <a:r>
              <a:t>protocols/05-SELF-DOCUMENTATION-AND-TRACEABILITY.md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Autoridad documental y reglas globales</a:t>
            </a:r>
          </a:p>
          <a:p xmlns:a="http://schemas.openxmlformats.org/drawingml/2006/main">
            <a:r>
              <a:t>protocols/05-SELF-DOCUMENTATION-AND-TRACEABILITY.md §§2-6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registry/environment.md · Figma reconstrucción de variables</a:t>
            </a:r>
          </a:p>
          <a:p xmlns:a="http://schemas.openxmlformats.org/drawingml/2006/main">
            <a:r>
              <a:t>protocols/04-FIGMA-CONSTRUCTION.md</a:t>
            </a:r>
          </a:p>
          <a:p xmlns:a="http://schemas.openxmlformats.org/drawingml/2006/main">
            <a:r>
              <a:t>protocols/SLOTS-REVIEW-AND-IMPLEMENTATION.md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specs/MIGRATION-TRACEABILITY-STATUS.md · Estado vigente tras Table</a:t>
            </a:r>
          </a:p>
          <a:p xmlns:a="http://schemas.openxmlformats.org/drawingml/2006/main">
            <a:r>
              <a:t>registry/contracts.md · TABLE-001 y HEADER-001</a:t>
            </a:r>
          </a:p>
          <a:p xmlns:a="http://schemas.openxmlformats.org/drawingml/2006/main">
            <a:r>
              <a:t>registry/SLOTS-REVIEW-STATUS.md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Reglas globales y trazabilidad de tokens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specs/MIGRATION-AUDIT.md</a:t>
            </a:r>
          </a:p>
          <a:p xmlns:a="http://schemas.openxmlformats.org/drawingml/2006/main">
            <a:r>
              <a:t>specs/MIGRATION-TRACEABILITY-STATUS.md</a:t>
            </a:r>
          </a:p>
          <a:p xmlns:a="http://schemas.openxmlformats.org/drawingml/2006/main">
            <a:r>
              <a:t>AGENTS.md · Estados y cierre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2078a6d8745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4bbc29b3a4e7d" /><Relationship Type="http://schemas.openxmlformats.org/officeDocument/2006/relationships/slideLayout" Target="/ppt/slideLayouts/slideLayout1.xml" Id="R3b845c30408e4c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45c30408e4c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4d77caa74b35" /><Relationship Type="http://schemas.openxmlformats.org/officeDocument/2006/relationships/notesSlide" Target="/ppt/notesSlides/notesSlide1.xml" Id="Reab1bb945771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1ad5bb2134d15" /><Relationship Type="http://schemas.openxmlformats.org/officeDocument/2006/relationships/notesSlide" Target="/ppt/notesSlides/notesSlide2.xml" Id="R96b5c170f7f1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17ccd4b584ef9" /><Relationship Type="http://schemas.openxmlformats.org/officeDocument/2006/relationships/notesSlide" Target="/ppt/notesSlides/notesSlide3.xml" Id="R85a55e4ea19a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3f65d4ca4027" /><Relationship Type="http://schemas.openxmlformats.org/officeDocument/2006/relationships/notesSlide" Target="/ppt/notesSlides/notesSlide4.xml" Id="R80651a66cf66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5892a9d13457a" /><Relationship Type="http://schemas.openxmlformats.org/officeDocument/2006/relationships/notesSlide" Target="/ppt/notesSlides/notesSlide5.xml" Id="R6d87786a4d114a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605b6408b4cbc" /><Relationship Type="http://schemas.openxmlformats.org/officeDocument/2006/relationships/notesSlide" Target="/ppt/notesSlides/notesSlide6.xml" Id="R90f3f38433b2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6518dc81447f8" /><Relationship Type="http://schemas.openxmlformats.org/officeDocument/2006/relationships/notesSlide" Target="/ppt/notesSlides/notesSlide7.xml" Id="Rf66b614658d6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390af051a4d70" /><Relationship Type="http://schemas.openxmlformats.org/officeDocument/2006/relationships/notesSlide" Target="/ppt/notesSlides/notesSlide8.xml" Id="R23ab483ab1b542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ad9473e354c11" /><Relationship Type="http://schemas.openxmlformats.org/officeDocument/2006/relationships/notesSlide" Target="/ppt/notesSlides/notesSlide9.xml" Id="Rdbf1c47d81e9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38426-2360-4DB3-922D-E30FD85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40B2C-50D5-4C17-9DC7-0EBE523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VISIÓN EJECUTIVA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61CF1-FB64-4AB3-8DF1-F0DCFDC9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Reconstrucción trazable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0F9F8-43F5-472C-96FA-91C7730E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0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8E0E8"/>
                </a:solidFill>
                <a:latin typeface="Helvetica Neue"/>
                <a:ea typeface="Helvetica Neue"/>
                <a:cs typeface="Helvetica Neue"/>
              </a:rPr>
              <a:t>De una librería heredada a una base gobernable para Figma y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739D9-E5E5-4490-9B35-1123218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5FF8-F5EB-420F-8635-901466A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FC0CF"/>
                </a:solidFill>
                <a:latin typeface="Helvetica Neue"/>
                <a:ea typeface="Helvetica Neue"/>
                <a:cs typeface="Helvetica Neue"/>
              </a:rPr>
              <a:t>Specs Driven Design · Octubre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1D97A-60F7-4853-8740-B5F8ABB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AI-Design-System</a:t>
            </a:r>
          </a:p>
        </p:txBody>
      </p:sp>
    </p:spTree>
    <p:extLst>
      <p:ext uri="{BB962C8B-B14F-4D97-AF65-F5344CB8AC3E}">
        <p14:creationId xmlns:p14="http://schemas.microsoft.com/office/powerpoint/2010/main" val="1073764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8020-30BA-4149-8372-C925A34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8D229-7BD3-484A-8F95-F56C35E8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 reto que resuelve 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1CD7-4845-4C58-BFE3-A43AB121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7B000-199C-4927-93CD-F7E05A37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12831-5CF5-43F3-9238-FF3330BA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librería anterior contiene valor visual, pero no basta como especificación verificable.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5A40F-CC57-4BAD-9EF5-07356EE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Copiar componentes sin contratos conservaría ambigüedades, rompería la trazabilidad de tokens y trasladaría inconsistencias a Figma y al futuro frontend.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75D8B-4509-41CF-8882-2121BE5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95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2E6F9-6608-472B-BD08-3328DEC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Fuente heredada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89A0E-DDAB-4E65-BCEB-13FCB2C0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Apariencia, estructura y casos observados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65A0A-58B9-42B8-A72F-69CED3F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241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F5B78-C9C3-4D7D-9900-37DDC365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00CC9-21F7-42D8-867B-651E94C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Falta de norma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7D190-75B1-4546-B319-4B00EB3E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No toda observación expresa intención aprobada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1BC07-2EEB-4949-B7E5-1610587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2E2EB-7AC3-4A35-9358-18B08A1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879B8-FCBA-4632-A3EE-A9762F97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Riesgo de réplica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EF1B6-0043-4B5F-8DDF-AB249F4B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Una copia literal no garantiza gobierno ni reutilización</a:t>
            </a:r>
          </a:p>
        </p:txBody>
      </p:sp>
    </p:spTree>
    <p:extLst>
      <p:ext uri="{BB962C8B-B14F-4D97-AF65-F5344CB8AC3E}">
        <p14:creationId xmlns:p14="http://schemas.microsoft.com/office/powerpoint/2010/main" val="184809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236FE-C3F7-4EA6-B1B8-EB643F9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DESTINO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E9CC-D865-471A-8371-B72D479D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Objetivo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A7A0-B948-40F2-8BB7-DC96180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98EAF-38C1-4CC4-A1D5-7F12C8C5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92EF7-D2F0-4BFD-A4FF-3EDC5F67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Convertir evidencia heredada en una biblioteca confiable, mantenible y lista para evolucionar.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AF349-8F24-4373-8D28-C2E193A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4155D-B45E-4B15-8C7C-C79D972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Librería anterior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 documentos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D5216-7ACB-4651-8C43-BEFE6A6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15F2-435F-4472-ADA8-B25EE768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BB0D9-6831-4871-8E0D-BB1934BC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CONTRATOS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EC048-39BB-446B-9492-DDE116F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Reglas y decisiones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versionadas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CEB1D-D73B-4C06-9AB8-34D6C55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4F189-8DAC-47A4-ACF8-03319A2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FEF88-7FAC-43A0-B0AB-721E4889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FIGMA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EDA8F-1002-495E-B331-4227B590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AI-Design-System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 tokens y Slots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EAD60-D266-4BBD-9FE9-9C393E75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8A8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E09AA-5327-4CDA-B454-DA81018C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8DDE5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D6215-66C5-4761-95B1-CF3643C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480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A9C79-3664-4CC1-8E0B-688C5ABF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React + TypeScript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 una fase posterior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EC175-637F-4AAA-95F0-311A03C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57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CD328-8126-4643-B1C9-7B7CAD7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El resultado esperado no es solo un archivo de Figma. Es una cadena de decisiones comprobables que puede sostener diseño, QA y desarrollo.</a:t>
            </a:r>
          </a:p>
        </p:txBody>
      </p:sp>
    </p:spTree>
    <p:extLst>
      <p:ext uri="{BB962C8B-B14F-4D97-AF65-F5344CB8AC3E}">
        <p14:creationId xmlns:p14="http://schemas.microsoft.com/office/powerpoint/2010/main" val="1160176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BCAF3-8444-4CE4-ADAB-84665D7B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CÓMO SE EJECUTA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584D2-E68A-436F-91E1-ACDC810C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Método Specs Driven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D21DD-1820-4FA8-92EE-FB0E6E17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658ED-2BE1-4D04-94B8-3DBF81FA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A9561-4C1A-4FAE-80C6-90A97897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Cada familia atraviesa el mismo circuito antes de considerarse terminada.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D4094-30FB-4AF3-A430-C6F79D6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47158-0353-4849-B4E0-A5BECE0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12B8A-552D-4BFB-85F7-1CB32723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Ingesta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9EECC-1341-41DB-97FA-7966968C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Conservar fuente e identidad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7625E-FE83-4618-8C70-7EBE509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2AEC-F90F-4D2F-8B8E-D0F0DC9A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6E99B-76EE-4680-9285-48DBDC93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DDFC0-D86D-4AA2-B803-2B962C9B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B8D9-AC81-462C-A4C7-33B1F09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Definir reglas verificables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995E4-28A6-4E84-9CF6-1D213A0B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4CB05-AC2C-4379-82E6-D7C9C7C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36E87-28F5-4F21-9603-406A4A6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355E9-3256-438E-B3D0-F2F1E3DF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QA documental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55092-CEAC-449D-9FB0-564CE2E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Comprobar cobertura y conflictos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FBB98-8D32-454C-A499-14E1D3CE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87FC1-0070-427B-A6DC-D6442150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CE5C0-BD65-4D9C-A166-9C6D97C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Construcción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6F909-43A4-499E-91D8-D562A6C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Materializar en Figma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7DFF8-05BF-4E55-A64D-5E3806B3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F6481-F25B-4730-B18B-226FC53C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9D4685-7B36-4482-AAEA-59B8CA6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081F5-DCD9-4BA2-A846-9D4C8CE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E01F9-FD04-45C7-B4CE-F6D4322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Leer el resultado real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092F0-4752-4CAB-A17A-A87855C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CC3408-D81C-4AC1-8853-987D851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C7A8F3-D281-4015-AFD2-12C7E49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2FCCC-9083-4565-B7D1-E6FAFDFA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QA técnico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92E41-AD3D-4DC4-93E7-93E403C9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Validar contra la versión exacta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0FB86-F9F0-40D5-AD78-02B8B431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trazabilidad acompaña todas las etapas. La aprobación humana y el QA técnico se registran como dimensiones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505755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91ACA-950A-4AAF-983C-A165947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ARQUITECTURA DOCUMENTAL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86D6C-1D73-4FFD-B846-A83E1BE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Gobierno de la fuente de verdad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08246-B9D7-4C59-95C2-0EF6A1F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777F4-8AA9-4DA6-BA4B-4947F15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AA85C-0AB6-4705-83F1-3C08C7BD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Cada artefacto tiene una responsabilidad clara. Ninguno sustituye a los demás.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A2995-B7FD-4053-9013-55107F5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FA132-7E64-4B72-98F6-9736108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Contrato 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57E63-8444-4355-AB3F-9BA1CB2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Gobierna reglas, estados, composición y criterios de aceptación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BF7F2-87EC-41EB-9173-051BD31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167AC-768A-4A80-97BE-A4BEB00A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E69A4-87BF-4225-A4D4-C769BF50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JSON canónico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701F1-BDBE-42B5-B4F7-B978F2C5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Gobierna nombres, valores, modos, aliases y descripción de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0E635-2313-472B-9F72-675B3FA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08437-4079-4ECA-974C-0A512A59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FF750-91F8-4BC7-9150-119085D8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Figma destino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A250E-9003-4603-A87C-149BFEEB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Materializa componentes y bindings con IDs reales del archivo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E766E-980D-42C6-A568-8EF014F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46920-4CB6-4735-AE09-FE54804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033D5-F27E-4FA0-9661-A488FFD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Registros y 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B5605-C4D5-481E-882A-12F74B4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400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Conservan fuentes, decisiones, versiones, evidencias y excepciones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B057-295D-417E-999C-6B1AC359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C5E97-8650-4080-B18E-91B1663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Principio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0A111-CF30-4F57-BDB3-3B60395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14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Una coincidencia visual no demuestra equivalencia semántica. El proyecto conserva aliases, bindings y procedencia.</a:t>
            </a:r>
          </a:p>
        </p:txBody>
      </p:sp>
    </p:spTree>
    <p:extLst>
      <p:ext uri="{BB962C8B-B14F-4D97-AF65-F5344CB8AC3E}">
        <p14:creationId xmlns:p14="http://schemas.microsoft.com/office/powerpoint/2010/main" val="1904373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292FC-97D7-4103-A30F-5824C97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ALCANCE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B50D-4305-4F87-9EC0-3CB27298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Qué se está construyendo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6520A-B73F-43F8-9A43-DB3DA612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D026-91D0-412E-A310-29D63AC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E3F6-306B-4982-B604-2F67D3E1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04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B40EF-736C-4616-BB5F-1C088ADC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variables locales reconstruidas</a:t>
            </a:r>
          </a:p>
          <a:p xmlns:a="http://schemas.openxmlformats.org/drawingml/2006/main">
            <a:pPr algn="l">
              <a:def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en el archivo destino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000EC-073E-422B-ABB5-DB32882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995C4-BBD5-490D-9C8C-531D2A0A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Dos colecciones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C6901-F41D-4D22-8A3E-F4B3A36F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Primitivas y semánticas, con modos y aliases verificables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0E9EF-CBCC-457A-8B5D-2AF31EB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AF8FD-F45C-434D-880C-47FB8708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Páginas por familia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D79A5-C09B-4F37-B570-1672429F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Cada componente principal vive en una página semántica única.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7B170-CD5B-4FAC-8E9C-D9236466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DE60E-C97D-4F13-ABE0-A99B8A72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Componentes reutilizables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9727B-28F2-41F2-A876-D993D25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Variantes, propiedades, estados y dependencias conservan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D0018-4FB5-422A-843D-54B6CC6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09DCC-290C-4D22-857A-17910ABA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Slots nativos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4D5CD-6AD4-4388-A11C-9D087EF0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Las composiciones variables aceptan cantidades distintas sin romper layout ni tokens.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66532-0772-434A-9BD4-7CE6D5A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70880-05E3-41BA-8A64-84B1400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QA de implementación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90A03-8F06-48BC-937D-FB38747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El equipo valida bindings, aliases, propiedades y apariencia mediante readback.</a:t>
            </a:r>
          </a:p>
        </p:txBody>
      </p:sp>
    </p:spTree>
    <p:extLst>
      <p:ext uri="{BB962C8B-B14F-4D97-AF65-F5344CB8AC3E}">
        <p14:creationId xmlns:p14="http://schemas.microsoft.com/office/powerpoint/2010/main" val="488731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54CC1-D166-4A47-B10B-C75C73F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CORTE AL 1 DE OCTUBRE DE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2CF9A-CB67-437C-8B3A-C99B667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Estado actual de la migración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AEEB-7E0C-43E4-90CD-DED86EB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EAF70-AAB9-40CE-A4EC-D5BB2C7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FBD0-7F63-491E-806E-A2A5B2CD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La base técnica y una parte amplia de las familias ya están reconstruidas. El programa aún no está cerrado ni publicado.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19E91-832E-4043-BA67-4BBDB73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AVANCE COMPROBADO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60497-174F-4FD4-A35D-E61465EF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1452F-DF50-4F6A-A6A8-A8A132E3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Foundations y tokens locales operativos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E9DE5-8C78-49BA-A7EF-10FBB96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50FC8-E4D4-42F5-80D5-BFE053C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Múltiples familias con QA técnico y readback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CA5B6-26C9-4F09-B365-E44199C0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124F2-F592-465C-A73F-EBFE2DEC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Cola transversal de seis composiciones con Slots cerrada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4C438-8B66-443D-90C3-77BB19B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DADB2-96C6-4E47-9073-FF22685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Header y Table completados técnicamente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2CACE-625C-47E8-BECF-08B809E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DA91D-E93D-402C-AF10-79B649A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SIGUIENTE TRAMO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1FDBB-89CC-49FD-9E38-FA50386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53FD5-12A1-4839-AF6B-E0857098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898BF-8051-469D-8B8B-57962C18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Siguiente familia a delimitar y construir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B07D2-7593-4EBB-90CF-F3A0A473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87953-97AF-4E6A-8652-917C8B7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Sidebar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76AE4C-946E-4763-A116-40135D4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Pendiente de inspección y contrato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31F0F-A220-41B2-AC7C-9533CD4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F2576-C397-4534-AD23-F71FEDB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Empty states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BE931-24CB-4EFC-9AE0-1500991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Pendiente de inspección y contrato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35E99-9675-4037-8415-A4067829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28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F46D3-5548-417D-99AB-36A68BA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43575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Auditoría humana PENDING · Biblioteca Figma UNPUBLISHED</a:t>
            </a:r>
          </a:p>
        </p:txBody>
      </p:sp>
    </p:spTree>
    <p:extLst>
      <p:ext uri="{BB962C8B-B14F-4D97-AF65-F5344CB8AC3E}">
        <p14:creationId xmlns:p14="http://schemas.microsoft.com/office/powerpoint/2010/main" val="923527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4D497-9117-4F97-BCCB-AE2A81DD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CONTROLES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7FCC3-97F7-437C-9773-D1F902F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Riesgos que el método mantiene visibles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2E6D5-D4FB-4E62-8800-9749BA7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4BBA2-A68B-4F3B-978A-1573FF55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849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BBD57-4F6F-42E1-B86C-9C02A4D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4D9F9-5AA4-494F-8DB2-5EB92283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Fidelidad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0C938-9926-4240-883E-01B1C900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Cuando falta una primitiva exacta, se usa la más cercana y se documenta la diferencia.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E5D57-B7D2-4CED-995F-D6A945A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DCE26-A8A4-4BF3-98B7-73F013AF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6C0C4-A561-4209-8098-E05750C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Semántica de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6CA51-E957-4E62-8A94-7191A43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 color parecido no autoriza usar un rol incorrecto ni perder el alias.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917A5-5524-4031-B524-2B9008F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D0F4C-6D67-4EB8-AB40-C7D6688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4AF43-8FD4-4AA6-A364-92468F5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Contenido variable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535E0-1861-4361-904A-EC029223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Los Slots se prueban desde instancias con varias cantidades, no solo con una muestra fija.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D7A92-D1F3-4508-82E3-96F47A6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6908C-88D8-463A-8052-DD9876CB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C7361-13BC-4207-A7E2-8D5ECDC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Conflictos de 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9B3B5-A9E7-44B6-A924-9D8A3C4D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Una contradicción bloquea únicamente el alcance afectado hasta una decisión explícita.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E38E7-9341-4894-A47B-B3116E6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4C1B5-1690-4B4B-9CB2-6680B80C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F8A8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5A562-264F-4FE5-8C68-0A78582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Falsa sensación de 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0EF40-C3C8-47D7-B17B-1086DD0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QA técnico, auditoría humana y publicación se registran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566988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5EFBB-3990-4908-94CE-D11C579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CIERRE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06C12-1A13-4C2B-887F-72B92FE1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Decisiones para completar el programa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A396E-B2E0-4361-A537-1618181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9734B-8963-4DC2-9460-17B0B45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2C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CB7E0-47DF-49A6-BD15-B3ED2E9A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El trabajo técnico puede continuar. El cierre depende de tres decisiones de gobierno.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C80FE-D107-4050-97AC-8867E88A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E6E90-FB31-4216-9C4D-CDDA118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BD0AD-39DF-4D6E-BDF1-7CA78AE1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Auditar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0B082-2E52-4FD4-B632-BFD5EF5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Revisar el documento consolidado de ambigüedades y aceptar o corregir las diferencias materiales.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4DAC9-E3F2-496D-A799-1FBBAEFA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1DA1-493B-4FBE-AD95-17ACF9F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331F3-DDE7-4622-BAA5-CE5B067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Cerrar el alcance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6A3E7-6001-4ECD-8706-5F914C96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Confirmar la prioridad de Modal, Sidebar y Empty states, y decidir si surgen nuevas familias.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AE7EC-F311-408C-AF76-F9578DC4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9817F-4221-442F-A50D-9D00065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4FBD9-3F2B-4EC7-B11C-3497238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Autorizar publicación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CD7FC-AD21-477D-9017-A9F77E12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AD6E0"/>
                </a:solidFill>
                <a:latin typeface="Helvetica Neue"/>
                <a:ea typeface="Helvetica Neue"/>
                <a:cs typeface="Helvetica Neue"/>
              </a:rPr>
              <a:t>Publicar la biblioteca solo cuando la auditoría y el QA vigente respalden el corte acordado.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B382-FFE6-45B5-86C9-D867D31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262EF-2749-4EA9-81F6-007E5A6F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D7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ED7D1"/>
                </a:solidFill>
                <a:latin typeface="Helvetica Neue"/>
                <a:ea typeface="Helvetica Neue"/>
                <a:cs typeface="Helvetica Neue"/>
              </a:rPr>
              <a:t>Después del corte Figma, la implementación web requiere autorización y contratos propios.</a:t>
            </a:r>
          </a:p>
        </p:txBody>
      </p:sp>
    </p:spTree>
    <p:extLst>
      <p:ext uri="{BB962C8B-B14F-4D97-AF65-F5344CB8AC3E}">
        <p14:creationId xmlns:p14="http://schemas.microsoft.com/office/powerpoint/2010/main" val="941414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2026-10-01T23:26:59.9240000Z</dcterms:created>
  <dcterms:modified xsi:type="dcterms:W3CDTF">2026-10-01T23:26:59.9240000Z</dcterms:modified>
</coreProperties>
</file>